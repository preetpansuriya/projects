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C9B6DB-32E3-4C46-BBAB-C22AAD569FB7}" v="10" dt="2026-03-08T11:06:14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 Pansuriya" userId="a0b1c99f4f891c14" providerId="LiveId" clId="{95CB3A25-17AF-4A03-AEF9-C7FD960358D9}"/>
    <pc:docChg chg="custSel addSld modSld">
      <pc:chgData name="Preet Pansuriya" userId="a0b1c99f4f891c14" providerId="LiveId" clId="{95CB3A25-17AF-4A03-AEF9-C7FD960358D9}" dt="2026-03-08T11:17:04.868" v="286" actId="123"/>
      <pc:docMkLst>
        <pc:docMk/>
      </pc:docMkLst>
      <pc:sldChg chg="addSp modSp mod">
        <pc:chgData name="Preet Pansuriya" userId="a0b1c99f4f891c14" providerId="LiveId" clId="{95CB3A25-17AF-4A03-AEF9-C7FD960358D9}" dt="2026-03-08T11:06:35.106" v="121" actId="1076"/>
        <pc:sldMkLst>
          <pc:docMk/>
          <pc:sldMk cId="2337385789" sldId="256"/>
        </pc:sldMkLst>
        <pc:spChg chg="add mod">
          <ac:chgData name="Preet Pansuriya" userId="a0b1c99f4f891c14" providerId="LiveId" clId="{95CB3A25-17AF-4A03-AEF9-C7FD960358D9}" dt="2026-03-08T11:06:14.111" v="114" actId="2711"/>
          <ac:spMkLst>
            <pc:docMk/>
            <pc:sldMk cId="2337385789" sldId="256"/>
            <ac:spMk id="2" creationId="{5548696F-3CC9-6830-E0ED-75228BE7F55D}"/>
          </ac:spMkLst>
        </pc:spChg>
        <pc:spChg chg="add mod">
          <ac:chgData name="Preet Pansuriya" userId="a0b1c99f4f891c14" providerId="LiveId" clId="{95CB3A25-17AF-4A03-AEF9-C7FD960358D9}" dt="2026-03-08T11:06:14.111" v="114" actId="2711"/>
          <ac:spMkLst>
            <pc:docMk/>
            <pc:sldMk cId="2337385789" sldId="256"/>
            <ac:spMk id="4" creationId="{3218F1DC-7855-1301-1154-4169F1EEC238}"/>
          </ac:spMkLst>
        </pc:spChg>
        <pc:spChg chg="add mod">
          <ac:chgData name="Preet Pansuriya" userId="a0b1c99f4f891c14" providerId="LiveId" clId="{95CB3A25-17AF-4A03-AEF9-C7FD960358D9}" dt="2026-03-08T11:06:35.106" v="121" actId="1076"/>
          <ac:spMkLst>
            <pc:docMk/>
            <pc:sldMk cId="2337385789" sldId="256"/>
            <ac:spMk id="6" creationId="{1EB1D103-A0FE-9003-373C-19F6301E6965}"/>
          </ac:spMkLst>
        </pc:spChg>
      </pc:sldChg>
      <pc:sldChg chg="addSp modSp mod">
        <pc:chgData name="Preet Pansuriya" userId="a0b1c99f4f891c14" providerId="LiveId" clId="{95CB3A25-17AF-4A03-AEF9-C7FD960358D9}" dt="2026-03-08T11:08:54.187" v="155" actId="123"/>
        <pc:sldMkLst>
          <pc:docMk/>
          <pc:sldMk cId="2239935352" sldId="257"/>
        </pc:sldMkLst>
        <pc:spChg chg="add mod">
          <ac:chgData name="Preet Pansuriya" userId="a0b1c99f4f891c14" providerId="LiveId" clId="{95CB3A25-17AF-4A03-AEF9-C7FD960358D9}" dt="2026-03-08T11:08:54.187" v="155" actId="123"/>
          <ac:spMkLst>
            <pc:docMk/>
            <pc:sldMk cId="2239935352" sldId="257"/>
            <ac:spMk id="3" creationId="{F522C472-7C28-95FE-3B95-DAC5781BAC2C}"/>
          </ac:spMkLst>
        </pc:spChg>
        <pc:spChg chg="add mod">
          <ac:chgData name="Preet Pansuriya" userId="a0b1c99f4f891c14" providerId="LiveId" clId="{95CB3A25-17AF-4A03-AEF9-C7FD960358D9}" dt="2026-03-08T11:08:54.187" v="155" actId="123"/>
          <ac:spMkLst>
            <pc:docMk/>
            <pc:sldMk cId="2239935352" sldId="257"/>
            <ac:spMk id="4" creationId="{87995A45-D6C6-087D-9017-D21E1CFF0948}"/>
          </ac:spMkLst>
        </pc:spChg>
      </pc:sldChg>
      <pc:sldChg chg="addSp modSp mod">
        <pc:chgData name="Preet Pansuriya" userId="a0b1c99f4f891c14" providerId="LiveId" clId="{95CB3A25-17AF-4A03-AEF9-C7FD960358D9}" dt="2026-03-08T11:16:53.783" v="284" actId="403"/>
        <pc:sldMkLst>
          <pc:docMk/>
          <pc:sldMk cId="3838869925" sldId="258"/>
        </pc:sldMkLst>
        <pc:spChg chg="add mod">
          <ac:chgData name="Preet Pansuriya" userId="a0b1c99f4f891c14" providerId="LiveId" clId="{95CB3A25-17AF-4A03-AEF9-C7FD960358D9}" dt="2026-03-08T11:16:47.234" v="283" actId="123"/>
          <ac:spMkLst>
            <pc:docMk/>
            <pc:sldMk cId="3838869925" sldId="258"/>
            <ac:spMk id="3" creationId="{8FEF8FF3-6053-DFB6-5024-1822901294BA}"/>
          </ac:spMkLst>
        </pc:spChg>
        <pc:spChg chg="add mod">
          <ac:chgData name="Preet Pansuriya" userId="a0b1c99f4f891c14" providerId="LiveId" clId="{95CB3A25-17AF-4A03-AEF9-C7FD960358D9}" dt="2026-03-08T11:16:53.783" v="284" actId="403"/>
          <ac:spMkLst>
            <pc:docMk/>
            <pc:sldMk cId="3838869925" sldId="258"/>
            <ac:spMk id="4" creationId="{C3C91855-92C7-6F97-1042-A03AB7FF3108}"/>
          </ac:spMkLst>
        </pc:spChg>
      </pc:sldChg>
      <pc:sldChg chg="addSp modSp mod">
        <pc:chgData name="Preet Pansuriya" userId="a0b1c99f4f891c14" providerId="LiveId" clId="{95CB3A25-17AF-4A03-AEF9-C7FD960358D9}" dt="2026-03-08T11:09:11.176" v="157" actId="1076"/>
        <pc:sldMkLst>
          <pc:docMk/>
          <pc:sldMk cId="1278539995" sldId="259"/>
        </pc:sldMkLst>
        <pc:spChg chg="add mod">
          <ac:chgData name="Preet Pansuriya" userId="a0b1c99f4f891c14" providerId="LiveId" clId="{95CB3A25-17AF-4A03-AEF9-C7FD960358D9}" dt="2026-03-08T11:09:11.176" v="157" actId="1076"/>
          <ac:spMkLst>
            <pc:docMk/>
            <pc:sldMk cId="1278539995" sldId="259"/>
            <ac:spMk id="3" creationId="{AC4C29E5-75EA-EA71-EAC9-5ABF92939B1E}"/>
          </ac:spMkLst>
        </pc:spChg>
        <pc:spChg chg="add mod">
          <ac:chgData name="Preet Pansuriya" userId="a0b1c99f4f891c14" providerId="LiveId" clId="{95CB3A25-17AF-4A03-AEF9-C7FD960358D9}" dt="2026-03-08T11:09:04.044" v="156" actId="123"/>
          <ac:spMkLst>
            <pc:docMk/>
            <pc:sldMk cId="1278539995" sldId="259"/>
            <ac:spMk id="4" creationId="{80091EF9-A425-6406-C694-DA247C114DE9}"/>
          </ac:spMkLst>
        </pc:spChg>
      </pc:sldChg>
      <pc:sldChg chg="addSp modSp mod">
        <pc:chgData name="Preet Pansuriya" userId="a0b1c99f4f891c14" providerId="LiveId" clId="{95CB3A25-17AF-4A03-AEF9-C7FD960358D9}" dt="2026-03-08T11:10:25.648" v="179" actId="1076"/>
        <pc:sldMkLst>
          <pc:docMk/>
          <pc:sldMk cId="3294131745" sldId="260"/>
        </pc:sldMkLst>
        <pc:spChg chg="add mod">
          <ac:chgData name="Preet Pansuriya" userId="a0b1c99f4f891c14" providerId="LiveId" clId="{95CB3A25-17AF-4A03-AEF9-C7FD960358D9}" dt="2026-03-08T11:10:18.590" v="178" actId="123"/>
          <ac:spMkLst>
            <pc:docMk/>
            <pc:sldMk cId="3294131745" sldId="260"/>
            <ac:spMk id="3" creationId="{FB6D8EEB-A37A-284E-DB48-7148C528F63B}"/>
          </ac:spMkLst>
        </pc:spChg>
        <pc:spChg chg="add mod">
          <ac:chgData name="Preet Pansuriya" userId="a0b1c99f4f891c14" providerId="LiveId" clId="{95CB3A25-17AF-4A03-AEF9-C7FD960358D9}" dt="2026-03-08T11:09:48.199" v="168" actId="14100"/>
          <ac:spMkLst>
            <pc:docMk/>
            <pc:sldMk cId="3294131745" sldId="260"/>
            <ac:spMk id="5" creationId="{6B97C53E-CF99-FC2C-1EB6-E6C03B7DEC7C}"/>
          </ac:spMkLst>
        </pc:spChg>
        <pc:picChg chg="add mod">
          <ac:chgData name="Preet Pansuriya" userId="a0b1c99f4f891c14" providerId="LiveId" clId="{95CB3A25-17AF-4A03-AEF9-C7FD960358D9}" dt="2026-03-08T11:10:25.648" v="179" actId="1076"/>
          <ac:picMkLst>
            <pc:docMk/>
            <pc:sldMk cId="3294131745" sldId="260"/>
            <ac:picMk id="4" creationId="{EF11E17E-B689-E7FA-EEE3-72BAEBFD5973}"/>
          </ac:picMkLst>
        </pc:picChg>
      </pc:sldChg>
      <pc:sldChg chg="addSp modSp mod">
        <pc:chgData name="Preet Pansuriya" userId="a0b1c99f4f891c14" providerId="LiveId" clId="{95CB3A25-17AF-4A03-AEF9-C7FD960358D9}" dt="2026-03-08T11:12:10.991" v="206" actId="14100"/>
        <pc:sldMkLst>
          <pc:docMk/>
          <pc:sldMk cId="2669701387" sldId="261"/>
        </pc:sldMkLst>
        <pc:spChg chg="add mod">
          <ac:chgData name="Preet Pansuriya" userId="a0b1c99f4f891c14" providerId="LiveId" clId="{95CB3A25-17AF-4A03-AEF9-C7FD960358D9}" dt="2026-03-08T11:12:01.676" v="203" actId="123"/>
          <ac:spMkLst>
            <pc:docMk/>
            <pc:sldMk cId="2669701387" sldId="261"/>
            <ac:spMk id="3" creationId="{91B35015-7EA9-0CBE-D0BD-62958BAF1540}"/>
          </ac:spMkLst>
        </pc:spChg>
        <pc:spChg chg="add mod">
          <ac:chgData name="Preet Pansuriya" userId="a0b1c99f4f891c14" providerId="LiveId" clId="{95CB3A25-17AF-4A03-AEF9-C7FD960358D9}" dt="2026-03-08T11:12:10.991" v="206" actId="14100"/>
          <ac:spMkLst>
            <pc:docMk/>
            <pc:sldMk cId="2669701387" sldId="261"/>
            <ac:spMk id="5" creationId="{9D0BF28E-6E49-4DE7-ED44-698941C6DF46}"/>
          </ac:spMkLst>
        </pc:spChg>
        <pc:picChg chg="add mod">
          <ac:chgData name="Preet Pansuriya" userId="a0b1c99f4f891c14" providerId="LiveId" clId="{95CB3A25-17AF-4A03-AEF9-C7FD960358D9}" dt="2026-03-08T11:11:16.649" v="191" actId="1076"/>
          <ac:picMkLst>
            <pc:docMk/>
            <pc:sldMk cId="2669701387" sldId="261"/>
            <ac:picMk id="4" creationId="{39BD404F-B354-F211-A600-E999E28DAFE5}"/>
          </ac:picMkLst>
        </pc:picChg>
      </pc:sldChg>
      <pc:sldChg chg="addSp modSp mod">
        <pc:chgData name="Preet Pansuriya" userId="a0b1c99f4f891c14" providerId="LiveId" clId="{95CB3A25-17AF-4A03-AEF9-C7FD960358D9}" dt="2026-03-08T11:15:15.886" v="255" actId="123"/>
        <pc:sldMkLst>
          <pc:docMk/>
          <pc:sldMk cId="1729405014" sldId="262"/>
        </pc:sldMkLst>
        <pc:spChg chg="add mod">
          <ac:chgData name="Preet Pansuriya" userId="a0b1c99f4f891c14" providerId="LiveId" clId="{95CB3A25-17AF-4A03-AEF9-C7FD960358D9}" dt="2026-03-08T11:15:15.886" v="255" actId="123"/>
          <ac:spMkLst>
            <pc:docMk/>
            <pc:sldMk cId="1729405014" sldId="262"/>
            <ac:spMk id="3" creationId="{5E8E831D-A20E-84B4-3BD7-D9D60608F2F2}"/>
          </ac:spMkLst>
        </pc:spChg>
        <pc:spChg chg="add mod">
          <ac:chgData name="Preet Pansuriya" userId="a0b1c99f4f891c14" providerId="LiveId" clId="{95CB3A25-17AF-4A03-AEF9-C7FD960358D9}" dt="2026-03-08T11:15:15.886" v="255" actId="123"/>
          <ac:spMkLst>
            <pc:docMk/>
            <pc:sldMk cId="1729405014" sldId="262"/>
            <ac:spMk id="5" creationId="{EA054515-066D-3DC2-FF69-9D4D8184713F}"/>
          </ac:spMkLst>
        </pc:spChg>
        <pc:picChg chg="add mod">
          <ac:chgData name="Preet Pansuriya" userId="a0b1c99f4f891c14" providerId="LiveId" clId="{95CB3A25-17AF-4A03-AEF9-C7FD960358D9}" dt="2026-03-08T11:12:23.016" v="207" actId="1076"/>
          <ac:picMkLst>
            <pc:docMk/>
            <pc:sldMk cId="1729405014" sldId="262"/>
            <ac:picMk id="4" creationId="{14DD65D7-D9A7-79D8-94CB-3E3FE997A04D}"/>
          </ac:picMkLst>
        </pc:picChg>
      </pc:sldChg>
      <pc:sldChg chg="addSp modSp mod">
        <pc:chgData name="Preet Pansuriya" userId="a0b1c99f4f891c14" providerId="LiveId" clId="{95CB3A25-17AF-4A03-AEF9-C7FD960358D9}" dt="2026-03-08T11:15:10.716" v="254" actId="123"/>
        <pc:sldMkLst>
          <pc:docMk/>
          <pc:sldMk cId="3401606668" sldId="263"/>
        </pc:sldMkLst>
        <pc:spChg chg="add mod">
          <ac:chgData name="Preet Pansuriya" userId="a0b1c99f4f891c14" providerId="LiveId" clId="{95CB3A25-17AF-4A03-AEF9-C7FD960358D9}" dt="2026-03-08T11:15:10.716" v="254" actId="123"/>
          <ac:spMkLst>
            <pc:docMk/>
            <pc:sldMk cId="3401606668" sldId="263"/>
            <ac:spMk id="3" creationId="{5BB937A3-9EFD-FE80-1B91-AAE57A38383C}"/>
          </ac:spMkLst>
        </pc:spChg>
        <pc:spChg chg="add mod">
          <ac:chgData name="Preet Pansuriya" userId="a0b1c99f4f891c14" providerId="LiveId" clId="{95CB3A25-17AF-4A03-AEF9-C7FD960358D9}" dt="2026-03-08T11:15:10.716" v="254" actId="123"/>
          <ac:spMkLst>
            <pc:docMk/>
            <pc:sldMk cId="3401606668" sldId="263"/>
            <ac:spMk id="4" creationId="{23185F0E-887F-4F4E-3714-E3B61C4EB449}"/>
          </ac:spMkLst>
        </pc:spChg>
      </pc:sldChg>
      <pc:sldChg chg="addSp modSp mod">
        <pc:chgData name="Preet Pansuriya" userId="a0b1c99f4f891c14" providerId="LiveId" clId="{95CB3A25-17AF-4A03-AEF9-C7FD960358D9}" dt="2026-03-08T11:15:03.021" v="253" actId="123"/>
        <pc:sldMkLst>
          <pc:docMk/>
          <pc:sldMk cId="1222758521" sldId="264"/>
        </pc:sldMkLst>
        <pc:spChg chg="add mod">
          <ac:chgData name="Preet Pansuriya" userId="a0b1c99f4f891c14" providerId="LiveId" clId="{95CB3A25-17AF-4A03-AEF9-C7FD960358D9}" dt="2026-03-08T11:15:03.021" v="253" actId="123"/>
          <ac:spMkLst>
            <pc:docMk/>
            <pc:sldMk cId="1222758521" sldId="264"/>
            <ac:spMk id="3" creationId="{731EC52A-0784-C5D7-7182-5F3235874A52}"/>
          </ac:spMkLst>
        </pc:spChg>
        <pc:spChg chg="add mod">
          <ac:chgData name="Preet Pansuriya" userId="a0b1c99f4f891c14" providerId="LiveId" clId="{95CB3A25-17AF-4A03-AEF9-C7FD960358D9}" dt="2026-03-08T11:15:03.021" v="253" actId="123"/>
          <ac:spMkLst>
            <pc:docMk/>
            <pc:sldMk cId="1222758521" sldId="264"/>
            <ac:spMk id="4" creationId="{ACBFF7C4-BD57-DC33-CE2A-6BA4FF5846F1}"/>
          </ac:spMkLst>
        </pc:spChg>
      </pc:sldChg>
      <pc:sldChg chg="addSp modSp mod">
        <pc:chgData name="Preet Pansuriya" userId="a0b1c99f4f891c14" providerId="LiveId" clId="{95CB3A25-17AF-4A03-AEF9-C7FD960358D9}" dt="2026-03-08T11:16:09.332" v="271" actId="14100"/>
        <pc:sldMkLst>
          <pc:docMk/>
          <pc:sldMk cId="4034273662" sldId="265"/>
        </pc:sldMkLst>
        <pc:spChg chg="add mod">
          <ac:chgData name="Preet Pansuriya" userId="a0b1c99f4f891c14" providerId="LiveId" clId="{95CB3A25-17AF-4A03-AEF9-C7FD960358D9}" dt="2026-03-08T11:16:00.593" v="269" actId="123"/>
          <ac:spMkLst>
            <pc:docMk/>
            <pc:sldMk cId="4034273662" sldId="265"/>
            <ac:spMk id="3" creationId="{ABD058E4-C43E-629D-5732-7E2EE553F2F7}"/>
          </ac:spMkLst>
        </pc:spChg>
        <pc:spChg chg="add mod">
          <ac:chgData name="Preet Pansuriya" userId="a0b1c99f4f891c14" providerId="LiveId" clId="{95CB3A25-17AF-4A03-AEF9-C7FD960358D9}" dt="2026-03-08T11:16:09.332" v="271" actId="14100"/>
          <ac:spMkLst>
            <pc:docMk/>
            <pc:sldMk cId="4034273662" sldId="265"/>
            <ac:spMk id="4" creationId="{FEBD6FDC-37F3-3145-CE5B-E70336B9BEFF}"/>
          </ac:spMkLst>
        </pc:spChg>
      </pc:sldChg>
      <pc:sldChg chg="modSp add mod">
        <pc:chgData name="Preet Pansuriya" userId="a0b1c99f4f891c14" providerId="LiveId" clId="{95CB3A25-17AF-4A03-AEF9-C7FD960358D9}" dt="2026-03-08T11:17:04.868" v="286" actId="123"/>
        <pc:sldMkLst>
          <pc:docMk/>
          <pc:sldMk cId="3058251198" sldId="266"/>
        </pc:sldMkLst>
        <pc:spChg chg="mod">
          <ac:chgData name="Preet Pansuriya" userId="a0b1c99f4f891c14" providerId="LiveId" clId="{95CB3A25-17AF-4A03-AEF9-C7FD960358D9}" dt="2026-03-08T11:17:04.868" v="286" actId="123"/>
          <ac:spMkLst>
            <pc:docMk/>
            <pc:sldMk cId="3058251198" sldId="266"/>
            <ac:spMk id="3" creationId="{D1E50195-0155-12FA-221F-E7DC9CCC85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6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86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04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0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03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13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6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00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69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6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6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72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8696F-3CC9-6830-E0ED-75228BE7F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676" y="4016859"/>
            <a:ext cx="78105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Smart Building Management / Sustainable Energy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Random Forest Regression, Scikit-learn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8F1DC-7855-1301-1154-4169F1EEC238}"/>
              </a:ext>
            </a:extLst>
          </p:cNvPr>
          <p:cNvSpPr txBox="1"/>
          <p:nvPr/>
        </p:nvSpPr>
        <p:spPr>
          <a:xfrm>
            <a:off x="8750432" y="6464257"/>
            <a:ext cx="364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 Pansuriya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1D103-A0FE-9003-373C-19F6301E6965}"/>
              </a:ext>
            </a:extLst>
          </p:cNvPr>
          <p:cNvSpPr txBox="1"/>
          <p:nvPr/>
        </p:nvSpPr>
        <p:spPr>
          <a:xfrm>
            <a:off x="2766178" y="825375"/>
            <a:ext cx="6659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Optimization</a:t>
            </a:r>
          </a:p>
        </p:txBody>
      </p:sp>
    </p:spTree>
    <p:extLst>
      <p:ext uri="{BB962C8B-B14F-4D97-AF65-F5344CB8AC3E}">
        <p14:creationId xmlns:p14="http://schemas.microsoft.com/office/powerpoint/2010/main" val="233738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22C472-7C28-95FE-3B95-DAC5781BAC2C}"/>
              </a:ext>
            </a:extLst>
          </p:cNvPr>
          <p:cNvSpPr txBox="1"/>
          <p:nvPr/>
        </p:nvSpPr>
        <p:spPr>
          <a:xfrm>
            <a:off x="1246696" y="2025011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predictive model that forecasts energy demand and identifies optimization opportunities to reduce carbon footprint and operational costs.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Approach: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Utilizing historical meter data to recognize consumption patterns and implementing an automated alert system for peak-load management.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Improved energy efficiency through data-driven insights.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95A45-D6C6-087D-9017-D21E1CFF0948}"/>
              </a:ext>
            </a:extLst>
          </p:cNvPr>
          <p:cNvSpPr txBox="1"/>
          <p:nvPr/>
        </p:nvSpPr>
        <p:spPr>
          <a:xfrm>
            <a:off x="1246696" y="588331"/>
            <a:ext cx="2985939" cy="46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223993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39BB-FFB4-0A4C-20A8-2C364D28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C29E5-75EA-EA71-EAC9-5ABF92939B1E}"/>
              </a:ext>
            </a:extLst>
          </p:cNvPr>
          <p:cNvSpPr txBox="1"/>
          <p:nvPr/>
        </p:nvSpPr>
        <p:spPr>
          <a:xfrm>
            <a:off x="1604914" y="1899560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Inefficiency: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Commercial buildings often consume excessive power during non-operational hours (Idle Load).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Foresight: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accurate forecasting, facility managers cannot plan for peak demand, leading to high utility "demand charges.“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Machine Learning (ML) framework that predicts hourly consumption to enable proactive energy saving.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91EF9-A425-6406-C694-DA247C114DE9}"/>
              </a:ext>
            </a:extLst>
          </p:cNvPr>
          <p:cNvSpPr txBox="1"/>
          <p:nvPr/>
        </p:nvSpPr>
        <p:spPr>
          <a:xfrm>
            <a:off x="1604914" y="597758"/>
            <a:ext cx="291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27853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FA46-7B3F-9716-20CD-3C920735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D8EEB-A37A-284E-DB48-7148C528F63B}"/>
              </a:ext>
            </a:extLst>
          </p:cNvPr>
          <p:cNvSpPr txBox="1"/>
          <p:nvPr/>
        </p:nvSpPr>
        <p:spPr>
          <a:xfrm>
            <a:off x="1223128" y="1425059"/>
            <a:ext cx="508811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Part of the "Building Data Genome Project" (Kaggle).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Resolution: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Hourly energy meter readings.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Variables:</a:t>
            </a:r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Timestamp: Temporal index for time-series analysis.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Meter_Reading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Energy consumption (KW/kWh).</a:t>
            </a:r>
          </a:p>
          <a:p>
            <a:pPr lvl="1"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real-world commercial office environment with distinct occupancy-driven load profiles.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1E17E-B689-E7FA-EEE3-72BAEBFD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451" y="3078449"/>
            <a:ext cx="4701947" cy="701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97C53E-CF99-FC2C-1EB6-E6C03B7DEC7C}"/>
              </a:ext>
            </a:extLst>
          </p:cNvPr>
          <p:cNvSpPr txBox="1"/>
          <p:nvPr/>
        </p:nvSpPr>
        <p:spPr>
          <a:xfrm>
            <a:off x="1274976" y="547897"/>
            <a:ext cx="4984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Architecture (</a:t>
            </a:r>
            <a:r>
              <a:rPr lang="en-IN" sz="24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Office_Abbey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413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8501-6F70-E6EA-B2EE-CE0992FD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35015-7EA9-0CBE-D0BD-62958BAF1540}"/>
              </a:ext>
            </a:extLst>
          </p:cNvPr>
          <p:cNvSpPr txBox="1"/>
          <p:nvPr/>
        </p:nvSpPr>
        <p:spPr>
          <a:xfrm>
            <a:off x="1256122" y="1750782"/>
            <a:ext cx="46450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Exploratory Data Analysis (EDA):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Identifying seasonal trends and weekly seasonality (Workdays vs. Weekends).</a:t>
            </a:r>
          </a:p>
          <a:p>
            <a:pPr algn="just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Imputation: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Applying Linear Interpolation to handle missing sensor data.</a:t>
            </a:r>
          </a:p>
          <a:p>
            <a:pPr algn="just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Feature Engineering: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* Cyclic Time Features (Hour of the day, Day of the week).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Binary Indicators 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Is_Weekend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Holiday flag).</a:t>
            </a:r>
          </a:p>
          <a:p>
            <a:pPr lvl="1" algn="just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 Training: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Implementing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Random Forest Regressor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to capture non-linear energy consumption behaviors.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D404F-B354-F211-A600-E999E28D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650" y="2231549"/>
            <a:ext cx="4232911" cy="1821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0BF28E-6E49-4DE7-ED44-698941C6DF46}"/>
              </a:ext>
            </a:extLst>
          </p:cNvPr>
          <p:cNvSpPr txBox="1"/>
          <p:nvPr/>
        </p:nvSpPr>
        <p:spPr>
          <a:xfrm>
            <a:off x="1256122" y="560050"/>
            <a:ext cx="3579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Methodology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266970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3C7D-541B-91F4-0976-E21377C5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8E831D-A20E-84B4-3BD7-D9D60608F2F2}"/>
              </a:ext>
            </a:extLst>
          </p:cNvPr>
          <p:cNvSpPr txBox="1"/>
          <p:nvPr/>
        </p:nvSpPr>
        <p:spPr>
          <a:xfrm>
            <a:off x="1471367" y="240021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Hour?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Captures the daily cycle of lighting and HVAC systems.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Day of Week?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Differentiates between high-intensity weekdays and low-intensity weekend maintenance loads.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Statistics: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(Optional Mention) Moving averages to capture short-term energy trends.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D65D7-D9A7-79D8-94CB-3E3FE997A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505" y="2525584"/>
            <a:ext cx="3071126" cy="2057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054515-066D-3DC2-FF69-9D4D8184713F}"/>
              </a:ext>
            </a:extLst>
          </p:cNvPr>
          <p:cNvSpPr txBox="1"/>
          <p:nvPr/>
        </p:nvSpPr>
        <p:spPr>
          <a:xfrm>
            <a:off x="1472939" y="635465"/>
            <a:ext cx="4324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Strategy</a:t>
            </a:r>
          </a:p>
        </p:txBody>
      </p:sp>
    </p:spTree>
    <p:extLst>
      <p:ext uri="{BB962C8B-B14F-4D97-AF65-F5344CB8AC3E}">
        <p14:creationId xmlns:p14="http://schemas.microsoft.com/office/powerpoint/2010/main" val="172940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8E5-3A2E-782E-AC1D-B2F6ACE4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937A3-9EFD-FE80-1B91-AAE57A38383C}"/>
              </a:ext>
            </a:extLst>
          </p:cNvPr>
          <p:cNvSpPr txBox="1"/>
          <p:nvPr/>
        </p:nvSpPr>
        <p:spPr>
          <a:xfrm>
            <a:off x="1765170" y="1859339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Ensemble (100 Decision Trees).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split (Sequential) to prevent "data leakage.“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Squared Error):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Quantifying the deviation from actual readings.</a:t>
            </a:r>
          </a:p>
          <a:p>
            <a:pPr lvl="1"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Score: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well the model explains the variance in consumption.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85F0E-887F-4F4E-3714-E3B61C4EB449}"/>
              </a:ext>
            </a:extLst>
          </p:cNvPr>
          <p:cNvSpPr txBox="1"/>
          <p:nvPr/>
        </p:nvSpPr>
        <p:spPr>
          <a:xfrm>
            <a:off x="1765170" y="861708"/>
            <a:ext cx="4748752" cy="45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24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340160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C367-9550-3243-09A1-CDEE36FF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EC52A-0784-C5D7-7182-5F3235874A52}"/>
              </a:ext>
            </a:extLst>
          </p:cNvPr>
          <p:cNvSpPr txBox="1"/>
          <p:nvPr/>
        </p:nvSpPr>
        <p:spPr>
          <a:xfrm>
            <a:off x="1623767" y="21363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Load Shaving: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Shifting heavy operations to off-peak hours based on predicted spikes.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monitoring; if Actual Usage &gt;&gt; Predicted Usage, the system triggers an maintenance alert.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HVAC Scheduling: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Optimizing heating/cooling start times based on predicted occupancy hours.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FF7C4-BD57-DC33-CE2A-6BA4FF5846F1}"/>
              </a:ext>
            </a:extLst>
          </p:cNvPr>
          <p:cNvSpPr txBox="1"/>
          <p:nvPr/>
        </p:nvSpPr>
        <p:spPr>
          <a:xfrm>
            <a:off x="1623767" y="607185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&amp; 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2275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6CFA-80C1-FF85-85AD-D18C6990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D058E4-C43E-629D-5732-7E2EE553F2F7}"/>
              </a:ext>
            </a:extLst>
          </p:cNvPr>
          <p:cNvSpPr txBox="1"/>
          <p:nvPr/>
        </p:nvSpPr>
        <p:spPr>
          <a:xfrm>
            <a:off x="1718035" y="2274838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Hyper-local Weather Integration: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Incorporating Temperature and Humidity data to model HVAC sensitivity.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Developing a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Flask interface for facility managers.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Architectures: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networks for enhanced temporal forecasting.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D6FDC-37F3-3145-CE5B-E70336B9BEFF}"/>
              </a:ext>
            </a:extLst>
          </p:cNvPr>
          <p:cNvSpPr txBox="1"/>
          <p:nvPr/>
        </p:nvSpPr>
        <p:spPr>
          <a:xfrm>
            <a:off x="1718035" y="503490"/>
            <a:ext cx="2505173" cy="47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</a:t>
            </a:r>
          </a:p>
        </p:txBody>
      </p:sp>
    </p:spTree>
    <p:extLst>
      <p:ext uri="{BB962C8B-B14F-4D97-AF65-F5344CB8AC3E}">
        <p14:creationId xmlns:p14="http://schemas.microsoft.com/office/powerpoint/2010/main" val="403427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EF8FF3-6053-DFB6-5024-1822901294BA}"/>
              </a:ext>
            </a:extLst>
          </p:cNvPr>
          <p:cNvSpPr txBox="1"/>
          <p:nvPr/>
        </p:nvSpPr>
        <p:spPr>
          <a:xfrm>
            <a:off x="1953705" y="2690336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that Machine Learning can transform raw meter data into actionable energy-saving strategies.</a:t>
            </a:r>
          </a:p>
          <a:p>
            <a:pPr algn="just"/>
            <a:endParaRPr 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Impact: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Potential reduction in building energy waste by 15-20% through smart forecasting and optimized scheduling.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91855-92C7-6F97-1042-A03AB7FF3108}"/>
              </a:ext>
            </a:extLst>
          </p:cNvPr>
          <p:cNvSpPr txBox="1"/>
          <p:nvPr/>
        </p:nvSpPr>
        <p:spPr>
          <a:xfrm>
            <a:off x="1953705" y="522344"/>
            <a:ext cx="2005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38869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D979-BAE4-DDD5-4363-45041B35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E50195-0155-12FA-221F-E7DC9CCC8516}"/>
              </a:ext>
            </a:extLst>
          </p:cNvPr>
          <p:cNvSpPr txBox="1"/>
          <p:nvPr/>
        </p:nvSpPr>
        <p:spPr>
          <a:xfrm>
            <a:off x="4572000" y="3105834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82511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527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 Pansuriya</dc:creator>
  <cp:lastModifiedBy>Preet Pansuriya</cp:lastModifiedBy>
  <cp:revision>1</cp:revision>
  <dcterms:created xsi:type="dcterms:W3CDTF">2026-03-07T16:27:09Z</dcterms:created>
  <dcterms:modified xsi:type="dcterms:W3CDTF">2026-03-08T11:17:09Z</dcterms:modified>
</cp:coreProperties>
</file>