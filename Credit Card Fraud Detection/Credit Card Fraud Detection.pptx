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5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AA20C-DC2C-4535-8F9B-2C5FF882F7B0}" v="43" dt="2026-03-08T10:52:49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 Pansuriya" userId="a0b1c99f4f891c14" providerId="LiveId" clId="{95CB3A25-17AF-4A03-AEF9-C7FD960358D9}"/>
    <pc:docChg chg="undo custSel modSld">
      <pc:chgData name="Preet Pansuriya" userId="a0b1c99f4f891c14" providerId="LiveId" clId="{95CB3A25-17AF-4A03-AEF9-C7FD960358D9}" dt="2026-03-08T11:03:34.780" v="333" actId="20577"/>
      <pc:docMkLst>
        <pc:docMk/>
      </pc:docMkLst>
      <pc:sldChg chg="addSp delSp modSp mod">
        <pc:chgData name="Preet Pansuriya" userId="a0b1c99f4f891c14" providerId="LiveId" clId="{95CB3A25-17AF-4A03-AEF9-C7FD960358D9}" dt="2026-03-08T11:02:58.462" v="331" actId="5793"/>
        <pc:sldMkLst>
          <pc:docMk/>
          <pc:sldMk cId="2337385789" sldId="256"/>
        </pc:sldMkLst>
        <pc:spChg chg="add del">
          <ac:chgData name="Preet Pansuriya" userId="a0b1c99f4f891c14" providerId="LiveId" clId="{95CB3A25-17AF-4A03-AEF9-C7FD960358D9}" dt="2026-03-08T09:14:19.762" v="1" actId="22"/>
          <ac:spMkLst>
            <pc:docMk/>
            <pc:sldMk cId="2337385789" sldId="256"/>
            <ac:spMk id="3" creationId="{5762A0E4-E6A0-6B98-F07B-27965D81410D}"/>
          </ac:spMkLst>
        </pc:spChg>
        <pc:spChg chg="add mod">
          <ac:chgData name="Preet Pansuriya" userId="a0b1c99f4f891c14" providerId="LiveId" clId="{95CB3A25-17AF-4A03-AEF9-C7FD960358D9}" dt="2026-03-08T10:52:49.690" v="209" actId="207"/>
          <ac:spMkLst>
            <pc:docMk/>
            <pc:sldMk cId="2337385789" sldId="256"/>
            <ac:spMk id="3" creationId="{747EB4D3-B1C7-442F-0D13-D3536FDD13F3}"/>
          </ac:spMkLst>
        </pc:spChg>
        <pc:spChg chg="add del mod">
          <ac:chgData name="Preet Pansuriya" userId="a0b1c99f4f891c14" providerId="LiveId" clId="{95CB3A25-17AF-4A03-AEF9-C7FD960358D9}" dt="2026-03-08T09:17:37.237" v="22"/>
          <ac:spMkLst>
            <pc:docMk/>
            <pc:sldMk cId="2337385789" sldId="256"/>
            <ac:spMk id="4" creationId="{8E827FB7-9B98-AA72-BF17-7CBE5C1C2562}"/>
          </ac:spMkLst>
        </pc:spChg>
        <pc:spChg chg="add mod">
          <ac:chgData name="Preet Pansuriya" userId="a0b1c99f4f891c14" providerId="LiveId" clId="{95CB3A25-17AF-4A03-AEF9-C7FD960358D9}" dt="2026-03-08T11:02:58.462" v="331" actId="5793"/>
          <ac:spMkLst>
            <pc:docMk/>
            <pc:sldMk cId="2337385789" sldId="256"/>
            <ac:spMk id="5" creationId="{85D3422A-0823-F034-5FA6-43C1BDD08FF0}"/>
          </ac:spMkLst>
        </pc:spChg>
        <pc:spChg chg="add del mod">
          <ac:chgData name="Preet Pansuriya" userId="a0b1c99f4f891c14" providerId="LiveId" clId="{95CB3A25-17AF-4A03-AEF9-C7FD960358D9}" dt="2026-03-08T09:18:24.865" v="37" actId="478"/>
          <ac:spMkLst>
            <pc:docMk/>
            <pc:sldMk cId="2337385789" sldId="256"/>
            <ac:spMk id="5" creationId="{F3B7E857-F2B8-6204-9478-FF0AE0445BF6}"/>
          </ac:spMkLst>
        </pc:spChg>
        <pc:spChg chg="add del mod">
          <ac:chgData name="Preet Pansuriya" userId="a0b1c99f4f891c14" providerId="LiveId" clId="{95CB3A25-17AF-4A03-AEF9-C7FD960358D9}" dt="2026-03-08T09:18:09.089" v="32" actId="478"/>
          <ac:spMkLst>
            <pc:docMk/>
            <pc:sldMk cId="2337385789" sldId="256"/>
            <ac:spMk id="6" creationId="{59FA2E4F-87F0-D52D-AAC0-B2A5C8DC9B84}"/>
          </ac:spMkLst>
        </pc:spChg>
        <pc:spChg chg="add del mod">
          <ac:chgData name="Preet Pansuriya" userId="a0b1c99f4f891c14" providerId="LiveId" clId="{95CB3A25-17AF-4A03-AEF9-C7FD960358D9}" dt="2026-03-08T09:18:16.802" v="35" actId="478"/>
          <ac:spMkLst>
            <pc:docMk/>
            <pc:sldMk cId="2337385789" sldId="256"/>
            <ac:spMk id="7" creationId="{744D8FE8-C999-37F2-75B7-86788F13E27E}"/>
          </ac:spMkLst>
        </pc:spChg>
        <pc:spChg chg="add del mod">
          <ac:chgData name="Preet Pansuriya" userId="a0b1c99f4f891c14" providerId="LiveId" clId="{95CB3A25-17AF-4A03-AEF9-C7FD960358D9}" dt="2026-03-08T09:19:49.120" v="43" actId="478"/>
          <ac:spMkLst>
            <pc:docMk/>
            <pc:sldMk cId="2337385789" sldId="256"/>
            <ac:spMk id="8" creationId="{E7BAB7DE-E7D3-04E3-D88E-0A2855E66890}"/>
          </ac:spMkLst>
        </pc:spChg>
        <pc:spChg chg="add mod">
          <ac:chgData name="Preet Pansuriya" userId="a0b1c99f4f891c14" providerId="LiveId" clId="{95CB3A25-17AF-4A03-AEF9-C7FD960358D9}" dt="2026-03-08T10:52:49.690" v="209" actId="207"/>
          <ac:spMkLst>
            <pc:docMk/>
            <pc:sldMk cId="2337385789" sldId="256"/>
            <ac:spMk id="9" creationId="{69B877BE-4B36-E2FA-AE53-2C98DADDF43C}"/>
          </ac:spMkLst>
        </pc:spChg>
      </pc:sldChg>
      <pc:sldChg chg="addSp delSp modSp mod">
        <pc:chgData name="Preet Pansuriya" userId="a0b1c99f4f891c14" providerId="LiveId" clId="{95CB3A25-17AF-4A03-AEF9-C7FD960358D9}" dt="2026-03-08T10:55:48.601" v="234" actId="207"/>
        <pc:sldMkLst>
          <pc:docMk/>
          <pc:sldMk cId="2239935352" sldId="257"/>
        </pc:sldMkLst>
        <pc:spChg chg="add del mod">
          <ac:chgData name="Preet Pansuriya" userId="a0b1c99f4f891c14" providerId="LiveId" clId="{95CB3A25-17AF-4A03-AEF9-C7FD960358D9}" dt="2026-03-08T09:15:24.166" v="9" actId="478"/>
          <ac:spMkLst>
            <pc:docMk/>
            <pc:sldMk cId="2239935352" sldId="257"/>
            <ac:spMk id="2" creationId="{FC66FA18-10CE-FF9E-31A1-F0A2290AB629}"/>
          </ac:spMkLst>
        </pc:spChg>
        <pc:spChg chg="add mod">
          <ac:chgData name="Preet Pansuriya" userId="a0b1c99f4f891c14" providerId="LiveId" clId="{95CB3A25-17AF-4A03-AEF9-C7FD960358D9}" dt="2026-03-08T10:55:48.601" v="234" actId="207"/>
          <ac:spMkLst>
            <pc:docMk/>
            <pc:sldMk cId="2239935352" sldId="257"/>
            <ac:spMk id="3" creationId="{EF38D05D-DCFB-C8B4-FDA3-6506E7699495}"/>
          </ac:spMkLst>
        </pc:spChg>
        <pc:spChg chg="add del mod">
          <ac:chgData name="Preet Pansuriya" userId="a0b1c99f4f891c14" providerId="LiveId" clId="{95CB3A25-17AF-4A03-AEF9-C7FD960358D9}" dt="2026-03-08T09:19:52.729" v="44" actId="478"/>
          <ac:spMkLst>
            <pc:docMk/>
            <pc:sldMk cId="2239935352" sldId="257"/>
            <ac:spMk id="4" creationId="{4F7AC080-8151-D937-09BE-A03B6258E0FB}"/>
          </ac:spMkLst>
        </pc:spChg>
        <pc:spChg chg="add del mod">
          <ac:chgData name="Preet Pansuriya" userId="a0b1c99f4f891c14" providerId="LiveId" clId="{95CB3A25-17AF-4A03-AEF9-C7FD960358D9}" dt="2026-03-08T09:18:45.749" v="40" actId="478"/>
          <ac:spMkLst>
            <pc:docMk/>
            <pc:sldMk cId="2239935352" sldId="257"/>
            <ac:spMk id="6" creationId="{19480FCA-3A9B-DB09-96F0-65B72F7DC805}"/>
          </ac:spMkLst>
        </pc:spChg>
        <pc:spChg chg="add mod">
          <ac:chgData name="Preet Pansuriya" userId="a0b1c99f4f891c14" providerId="LiveId" clId="{95CB3A25-17AF-4A03-AEF9-C7FD960358D9}" dt="2026-03-08T10:55:48.601" v="234" actId="207"/>
          <ac:spMkLst>
            <pc:docMk/>
            <pc:sldMk cId="2239935352" sldId="257"/>
            <ac:spMk id="8" creationId="{F4E18891-2A0F-05BF-5795-81E41DCFCFBD}"/>
          </ac:spMkLst>
        </pc:spChg>
      </pc:sldChg>
      <pc:sldChg chg="addSp modSp mod">
        <pc:chgData name="Preet Pansuriya" userId="a0b1c99f4f891c14" providerId="LiveId" clId="{95CB3A25-17AF-4A03-AEF9-C7FD960358D9}" dt="2026-03-08T11:02:37.985" v="317" actId="123"/>
        <pc:sldMkLst>
          <pc:docMk/>
          <pc:sldMk cId="3838869925" sldId="258"/>
        </pc:sldMkLst>
        <pc:spChg chg="add mod">
          <ac:chgData name="Preet Pansuriya" userId="a0b1c99f4f891c14" providerId="LiveId" clId="{95CB3A25-17AF-4A03-AEF9-C7FD960358D9}" dt="2026-03-08T11:02:37.985" v="317" actId="123"/>
          <ac:spMkLst>
            <pc:docMk/>
            <pc:sldMk cId="3838869925" sldId="258"/>
            <ac:spMk id="2" creationId="{6DD266D2-1FA7-9378-E7F3-3DD86EEC5C33}"/>
          </ac:spMkLst>
        </pc:spChg>
      </pc:sldChg>
      <pc:sldChg chg="addSp delSp modSp mod">
        <pc:chgData name="Preet Pansuriya" userId="a0b1c99f4f891c14" providerId="LiveId" clId="{95CB3A25-17AF-4A03-AEF9-C7FD960358D9}" dt="2026-03-08T10:55:38.698" v="233" actId="14100"/>
        <pc:sldMkLst>
          <pc:docMk/>
          <pc:sldMk cId="1278539995" sldId="259"/>
        </pc:sldMkLst>
        <pc:spChg chg="add del mod">
          <ac:chgData name="Preet Pansuriya" userId="a0b1c99f4f891c14" providerId="LiveId" clId="{95CB3A25-17AF-4A03-AEF9-C7FD960358D9}" dt="2026-03-08T09:19:57.014" v="45" actId="478"/>
          <ac:spMkLst>
            <pc:docMk/>
            <pc:sldMk cId="1278539995" sldId="259"/>
            <ac:spMk id="3" creationId="{6F4909EB-9D39-01A1-DE1B-A6BEE5D56A1C}"/>
          </ac:spMkLst>
        </pc:spChg>
        <pc:spChg chg="add mod">
          <ac:chgData name="Preet Pansuriya" userId="a0b1c99f4f891c14" providerId="LiveId" clId="{95CB3A25-17AF-4A03-AEF9-C7FD960358D9}" dt="2026-03-08T10:55:38.698" v="233" actId="14100"/>
          <ac:spMkLst>
            <pc:docMk/>
            <pc:sldMk cId="1278539995" sldId="259"/>
            <ac:spMk id="3" creationId="{716DDA89-DE79-367E-EB9F-7CBC05D10A2D}"/>
          </ac:spMkLst>
        </pc:spChg>
        <pc:spChg chg="add mod">
          <ac:chgData name="Preet Pansuriya" userId="a0b1c99f4f891c14" providerId="LiveId" clId="{95CB3A25-17AF-4A03-AEF9-C7FD960358D9}" dt="2026-03-08T10:52:02.284" v="207" actId="14100"/>
          <ac:spMkLst>
            <pc:docMk/>
            <pc:sldMk cId="1278539995" sldId="259"/>
            <ac:spMk id="5" creationId="{7DA0854D-CAE1-F262-3EB4-B6AB5DB64142}"/>
          </ac:spMkLst>
        </pc:spChg>
        <pc:picChg chg="add del mod">
          <ac:chgData name="Preet Pansuriya" userId="a0b1c99f4f891c14" providerId="LiveId" clId="{95CB3A25-17AF-4A03-AEF9-C7FD960358D9}" dt="2026-03-08T10:02:15.621" v="85" actId="478"/>
          <ac:picMkLst>
            <pc:docMk/>
            <pc:sldMk cId="1278539995" sldId="259"/>
            <ac:picMk id="3" creationId="{B5F4E7EC-BACC-9B08-AE69-C72043778FAF}"/>
          </ac:picMkLst>
        </pc:picChg>
        <pc:picChg chg="add mod">
          <ac:chgData name="Preet Pansuriya" userId="a0b1c99f4f891c14" providerId="LiveId" clId="{95CB3A25-17AF-4A03-AEF9-C7FD960358D9}" dt="2026-03-08T10:52:02.284" v="207" actId="14100"/>
          <ac:picMkLst>
            <pc:docMk/>
            <pc:sldMk cId="1278539995" sldId="259"/>
            <ac:picMk id="6" creationId="{B152279C-F3B6-DC85-C705-B75C749047AC}"/>
          </ac:picMkLst>
        </pc:picChg>
      </pc:sldChg>
      <pc:sldChg chg="addSp delSp modSp mod">
        <pc:chgData name="Preet Pansuriya" userId="a0b1c99f4f891c14" providerId="LiveId" clId="{95CB3A25-17AF-4A03-AEF9-C7FD960358D9}" dt="2026-03-08T10:55:27.574" v="231" actId="113"/>
        <pc:sldMkLst>
          <pc:docMk/>
          <pc:sldMk cId="3294131745" sldId="260"/>
        </pc:sldMkLst>
        <pc:spChg chg="add del">
          <ac:chgData name="Preet Pansuriya" userId="a0b1c99f4f891c14" providerId="LiveId" clId="{95CB3A25-17AF-4A03-AEF9-C7FD960358D9}" dt="2026-03-08T09:19:44.100" v="42" actId="478"/>
          <ac:spMkLst>
            <pc:docMk/>
            <pc:sldMk cId="3294131745" sldId="260"/>
            <ac:spMk id="3" creationId="{07AF9313-A4CD-9F23-808F-C242808A0ED4}"/>
          </ac:spMkLst>
        </pc:spChg>
        <pc:spChg chg="add mod">
          <ac:chgData name="Preet Pansuriya" userId="a0b1c99f4f891c14" providerId="LiveId" clId="{95CB3A25-17AF-4A03-AEF9-C7FD960358D9}" dt="2026-03-08T10:54:59.168" v="223" actId="1076"/>
          <ac:spMkLst>
            <pc:docMk/>
            <pc:sldMk cId="3294131745" sldId="260"/>
            <ac:spMk id="3" creationId="{F9FDE5DC-8E23-ED78-2B47-D76C59A82DCE}"/>
          </ac:spMkLst>
        </pc:spChg>
        <pc:spChg chg="add mod">
          <ac:chgData name="Preet Pansuriya" userId="a0b1c99f4f891c14" providerId="LiveId" clId="{95CB3A25-17AF-4A03-AEF9-C7FD960358D9}" dt="2026-03-08T10:55:27.574" v="231" actId="113"/>
          <ac:spMkLst>
            <pc:docMk/>
            <pc:sldMk cId="3294131745" sldId="260"/>
            <ac:spMk id="4" creationId="{58559EAB-C81C-9ED0-5690-9CCFA3559049}"/>
          </ac:spMkLst>
        </pc:spChg>
        <pc:spChg chg="add mod">
          <ac:chgData name="Preet Pansuriya" userId="a0b1c99f4f891c14" providerId="LiveId" clId="{95CB3A25-17AF-4A03-AEF9-C7FD960358D9}" dt="2026-03-08T10:54:52.007" v="222" actId="403"/>
          <ac:spMkLst>
            <pc:docMk/>
            <pc:sldMk cId="3294131745" sldId="260"/>
            <ac:spMk id="5" creationId="{40B6E6AC-18A9-C174-103E-ADBEEF98F472}"/>
          </ac:spMkLst>
        </pc:spChg>
      </pc:sldChg>
      <pc:sldChg chg="addSp modSp mod">
        <pc:chgData name="Preet Pansuriya" userId="a0b1c99f4f891c14" providerId="LiveId" clId="{95CB3A25-17AF-4A03-AEF9-C7FD960358D9}" dt="2026-03-08T10:56:35.177" v="246" actId="123"/>
        <pc:sldMkLst>
          <pc:docMk/>
          <pc:sldMk cId="2669701387" sldId="261"/>
        </pc:sldMkLst>
        <pc:spChg chg="add mod">
          <ac:chgData name="Preet Pansuriya" userId="a0b1c99f4f891c14" providerId="LiveId" clId="{95CB3A25-17AF-4A03-AEF9-C7FD960358D9}" dt="2026-03-08T10:56:35.177" v="246" actId="123"/>
          <ac:spMkLst>
            <pc:docMk/>
            <pc:sldMk cId="2669701387" sldId="261"/>
            <ac:spMk id="3" creationId="{BCE8A3ED-5A93-25FB-14F3-2F696BEB892A}"/>
          </ac:spMkLst>
        </pc:spChg>
        <pc:spChg chg="add mod">
          <ac:chgData name="Preet Pansuriya" userId="a0b1c99f4f891c14" providerId="LiveId" clId="{95CB3A25-17AF-4A03-AEF9-C7FD960358D9}" dt="2026-03-08T10:56:35.177" v="246" actId="123"/>
          <ac:spMkLst>
            <pc:docMk/>
            <pc:sldMk cId="2669701387" sldId="261"/>
            <ac:spMk id="4" creationId="{3916C01A-304C-C875-E15A-2787CFDBA734}"/>
          </ac:spMkLst>
        </pc:spChg>
        <pc:spChg chg="add mod">
          <ac:chgData name="Preet Pansuriya" userId="a0b1c99f4f891c14" providerId="LiveId" clId="{95CB3A25-17AF-4A03-AEF9-C7FD960358D9}" dt="2026-03-08T10:56:35.177" v="246" actId="123"/>
          <ac:spMkLst>
            <pc:docMk/>
            <pc:sldMk cId="2669701387" sldId="261"/>
            <ac:spMk id="5" creationId="{126A216D-31E8-A860-97CF-7B6DFA58CB34}"/>
          </ac:spMkLst>
        </pc:spChg>
      </pc:sldChg>
      <pc:sldChg chg="addSp modSp mod">
        <pc:chgData name="Preet Pansuriya" userId="a0b1c99f4f891c14" providerId="LiveId" clId="{95CB3A25-17AF-4A03-AEF9-C7FD960358D9}" dt="2026-03-08T10:57:52.847" v="266" actId="14100"/>
        <pc:sldMkLst>
          <pc:docMk/>
          <pc:sldMk cId="1729405014" sldId="262"/>
        </pc:sldMkLst>
        <pc:spChg chg="add mod">
          <ac:chgData name="Preet Pansuriya" userId="a0b1c99f4f891c14" providerId="LiveId" clId="{95CB3A25-17AF-4A03-AEF9-C7FD960358D9}" dt="2026-03-08T10:57:47.713" v="265" actId="14100"/>
          <ac:spMkLst>
            <pc:docMk/>
            <pc:sldMk cId="1729405014" sldId="262"/>
            <ac:spMk id="3" creationId="{C94410C1-95A1-1FB5-E0F4-8DEF258F4D80}"/>
          </ac:spMkLst>
        </pc:spChg>
        <pc:spChg chg="add mod">
          <ac:chgData name="Preet Pansuriya" userId="a0b1c99f4f891c14" providerId="LiveId" clId="{95CB3A25-17AF-4A03-AEF9-C7FD960358D9}" dt="2026-03-08T10:57:52.847" v="266" actId="14100"/>
          <ac:spMkLst>
            <pc:docMk/>
            <pc:sldMk cId="1729405014" sldId="262"/>
            <ac:spMk id="4" creationId="{10EA040F-3F43-413B-9397-4114C6878399}"/>
          </ac:spMkLst>
        </pc:spChg>
      </pc:sldChg>
      <pc:sldChg chg="addSp modSp mod">
        <pc:chgData name="Preet Pansuriya" userId="a0b1c99f4f891c14" providerId="LiveId" clId="{95CB3A25-17AF-4A03-AEF9-C7FD960358D9}" dt="2026-03-08T10:59:22.870" v="287" actId="14100"/>
        <pc:sldMkLst>
          <pc:docMk/>
          <pc:sldMk cId="3401606668" sldId="263"/>
        </pc:sldMkLst>
        <pc:spChg chg="add mod">
          <ac:chgData name="Preet Pansuriya" userId="a0b1c99f4f891c14" providerId="LiveId" clId="{95CB3A25-17AF-4A03-AEF9-C7FD960358D9}" dt="2026-03-08T10:59:22.870" v="287" actId="14100"/>
          <ac:spMkLst>
            <pc:docMk/>
            <pc:sldMk cId="3401606668" sldId="263"/>
            <ac:spMk id="3" creationId="{A1CB02D3-B787-4925-CD3D-19BF77485A0F}"/>
          </ac:spMkLst>
        </pc:spChg>
        <pc:spChg chg="add mod">
          <ac:chgData name="Preet Pansuriya" userId="a0b1c99f4f891c14" providerId="LiveId" clId="{95CB3A25-17AF-4A03-AEF9-C7FD960358D9}" dt="2026-03-08T10:59:14.818" v="286" actId="123"/>
          <ac:spMkLst>
            <pc:docMk/>
            <pc:sldMk cId="3401606668" sldId="263"/>
            <ac:spMk id="5" creationId="{4D41846C-A59A-3ADA-2E69-D871BD439458}"/>
          </ac:spMkLst>
        </pc:spChg>
        <pc:picChg chg="add mod">
          <ac:chgData name="Preet Pansuriya" userId="a0b1c99f4f891c14" providerId="LiveId" clId="{95CB3A25-17AF-4A03-AEF9-C7FD960358D9}" dt="2026-03-08T10:58:27.169" v="273" actId="1076"/>
          <ac:picMkLst>
            <pc:docMk/>
            <pc:sldMk cId="3401606668" sldId="263"/>
            <ac:picMk id="4" creationId="{29AD8C65-BB66-F716-ED84-542D8412AF5C}"/>
          </ac:picMkLst>
        </pc:picChg>
      </pc:sldChg>
      <pc:sldChg chg="addSp modSp mod">
        <pc:chgData name="Preet Pansuriya" userId="a0b1c99f4f891c14" providerId="LiveId" clId="{95CB3A25-17AF-4A03-AEF9-C7FD960358D9}" dt="2026-03-08T11:03:34.780" v="333" actId="20577"/>
        <pc:sldMkLst>
          <pc:docMk/>
          <pc:sldMk cId="1222758521" sldId="264"/>
        </pc:sldMkLst>
        <pc:spChg chg="add mod">
          <ac:chgData name="Preet Pansuriya" userId="a0b1c99f4f891c14" providerId="LiveId" clId="{95CB3A25-17AF-4A03-AEF9-C7FD960358D9}" dt="2026-03-08T11:03:34.780" v="333" actId="20577"/>
          <ac:spMkLst>
            <pc:docMk/>
            <pc:sldMk cId="1222758521" sldId="264"/>
            <ac:spMk id="3" creationId="{6DF3CC40-B19C-EB9E-5A63-39D32E6C23A2}"/>
          </ac:spMkLst>
        </pc:spChg>
        <pc:spChg chg="add mod">
          <ac:chgData name="Preet Pansuriya" userId="a0b1c99f4f891c14" providerId="LiveId" clId="{95CB3A25-17AF-4A03-AEF9-C7FD960358D9}" dt="2026-03-08T11:00:36.580" v="299" actId="123"/>
          <ac:spMkLst>
            <pc:docMk/>
            <pc:sldMk cId="1222758521" sldId="264"/>
            <ac:spMk id="5" creationId="{E60D3F70-6606-00DB-3FB8-209CB97915B9}"/>
          </ac:spMkLst>
        </pc:spChg>
        <pc:picChg chg="add mod">
          <ac:chgData name="Preet Pansuriya" userId="a0b1c99f4f891c14" providerId="LiveId" clId="{95CB3A25-17AF-4A03-AEF9-C7FD960358D9}" dt="2026-03-08T11:00:30.460" v="298" actId="14100"/>
          <ac:picMkLst>
            <pc:docMk/>
            <pc:sldMk cId="1222758521" sldId="264"/>
            <ac:picMk id="4" creationId="{8CCCE638-1725-8285-4F91-8C895AB8BF0F}"/>
          </ac:picMkLst>
        </pc:picChg>
      </pc:sldChg>
      <pc:sldChg chg="addSp modSp mod">
        <pc:chgData name="Preet Pansuriya" userId="a0b1c99f4f891c14" providerId="LiveId" clId="{95CB3A25-17AF-4A03-AEF9-C7FD960358D9}" dt="2026-03-08T11:02:24.993" v="315" actId="403"/>
        <pc:sldMkLst>
          <pc:docMk/>
          <pc:sldMk cId="4034273662" sldId="265"/>
        </pc:sldMkLst>
        <pc:spChg chg="add mod">
          <ac:chgData name="Preet Pansuriya" userId="a0b1c99f4f891c14" providerId="LiveId" clId="{95CB3A25-17AF-4A03-AEF9-C7FD960358D9}" dt="2026-03-08T11:02:15.565" v="313" actId="207"/>
          <ac:spMkLst>
            <pc:docMk/>
            <pc:sldMk cId="4034273662" sldId="265"/>
            <ac:spMk id="3" creationId="{45FAF274-1EE2-9155-B2DE-7524C7EBA0E2}"/>
          </ac:spMkLst>
        </pc:spChg>
        <pc:spChg chg="add mod">
          <ac:chgData name="Preet Pansuriya" userId="a0b1c99f4f891c14" providerId="LiveId" clId="{95CB3A25-17AF-4A03-AEF9-C7FD960358D9}" dt="2026-03-08T11:02:24.993" v="315" actId="403"/>
          <ac:spMkLst>
            <pc:docMk/>
            <pc:sldMk cId="4034273662" sldId="265"/>
            <ac:spMk id="4" creationId="{052F24F1-C68C-1C65-2993-958CB8131EBD}"/>
          </ac:spMkLst>
        </pc:spChg>
        <pc:spChg chg="add mod">
          <ac:chgData name="Preet Pansuriya" userId="a0b1c99f4f891c14" providerId="LiveId" clId="{95CB3A25-17AF-4A03-AEF9-C7FD960358D9}" dt="2026-03-08T11:02:15.565" v="313" actId="207"/>
          <ac:spMkLst>
            <pc:docMk/>
            <pc:sldMk cId="4034273662" sldId="265"/>
            <ac:spMk id="6" creationId="{C4A7E99C-BA1A-7DA8-3738-874663A117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06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38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93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618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03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3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33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43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66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6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2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5F8ADA2-EEC5-4C17-813A-AFD3B2AA6036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8EA4D77-9816-4DD0-8F5D-532C9DDF152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7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69B877BE-4B36-E2FA-AE53-2C98DADD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2958" y="3980578"/>
            <a:ext cx="779572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Financial Data Science &amp; Cyber-Security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Technologies: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SMOTE, TensorFlow, Scikit-learn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EB4D3-B1C7-442F-0D13-D3536FDD13F3}"/>
              </a:ext>
            </a:extLst>
          </p:cNvPr>
          <p:cNvSpPr txBox="1"/>
          <p:nvPr/>
        </p:nvSpPr>
        <p:spPr>
          <a:xfrm>
            <a:off x="3678809" y="786293"/>
            <a:ext cx="5599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3422A-0823-F034-5FA6-43C1BDD08FF0}"/>
              </a:ext>
            </a:extLst>
          </p:cNvPr>
          <p:cNvSpPr txBox="1"/>
          <p:nvPr/>
        </p:nvSpPr>
        <p:spPr>
          <a:xfrm>
            <a:off x="8866695" y="6457890"/>
            <a:ext cx="3325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Preet Pansuriya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385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E18891-2A0F-05BF-5795-81E41DCFCFBD}"/>
              </a:ext>
            </a:extLst>
          </p:cNvPr>
          <p:cNvSpPr txBox="1"/>
          <p:nvPr/>
        </p:nvSpPr>
        <p:spPr>
          <a:xfrm>
            <a:off x="908116" y="1843950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Financial fraud results in billions of dollars in losses annually. Traditional rule-based systems often fail to catch evolving fraud patterns.</a:t>
            </a:r>
          </a:p>
          <a:p>
            <a:pPr algn="just"/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machine learning pipeline capable of identifying anomalous transactions in real-time.</a:t>
            </a:r>
          </a:p>
          <a:p>
            <a:pPr algn="just"/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Challenge: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Addressing the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Paradox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—where high accuracy is misleading due to extreme class imbalance (Fraud cases represent &lt; 0.2% of the total data).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8D05D-DCFB-C8B4-FDA3-6506E7699495}"/>
              </a:ext>
            </a:extLst>
          </p:cNvPr>
          <p:cNvSpPr txBox="1"/>
          <p:nvPr/>
        </p:nvSpPr>
        <p:spPr>
          <a:xfrm>
            <a:off x="908115" y="1125659"/>
            <a:ext cx="4587711" cy="46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 &amp; Objective</a:t>
            </a:r>
          </a:p>
        </p:txBody>
      </p:sp>
    </p:spTree>
    <p:extLst>
      <p:ext uri="{BB962C8B-B14F-4D97-AF65-F5344CB8AC3E}">
        <p14:creationId xmlns:p14="http://schemas.microsoft.com/office/powerpoint/2010/main" val="223993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E39BB-FFB4-0A4C-20A8-2C364D28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A0854D-CAE1-F262-3EB4-B6AB5DB64142}"/>
              </a:ext>
            </a:extLst>
          </p:cNvPr>
          <p:cNvSpPr txBox="1"/>
          <p:nvPr/>
        </p:nvSpPr>
        <p:spPr>
          <a:xfrm>
            <a:off x="900664" y="1997839"/>
            <a:ext cx="57263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European Cardholder Transactions (Kaggle).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Characterization: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Contains 28 PCA-transformed features (V1-V28) to protect user privacy, alongside 'Time' and 'Amount’.</a:t>
            </a:r>
          </a:p>
          <a:p>
            <a:pPr algn="just"/>
            <a:endParaRPr lang="en-IN" sz="2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Utilized a Correlation Heatmap to identify variables negatively or positively correlated with fraudulent </a:t>
            </a:r>
            <a:r>
              <a:rPr lang="en-IN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(e.g., V17, V14, and V12).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52279C-F3B6-DC85-C705-B75C74904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337" y="2043562"/>
            <a:ext cx="3257160" cy="17375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6DDA89-DE79-367E-EB9F-7CBC05D10A2D}"/>
              </a:ext>
            </a:extLst>
          </p:cNvPr>
          <p:cNvSpPr txBox="1"/>
          <p:nvPr/>
        </p:nvSpPr>
        <p:spPr>
          <a:xfrm>
            <a:off x="900664" y="1125659"/>
            <a:ext cx="63485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 &amp; Insights</a:t>
            </a:r>
          </a:p>
        </p:txBody>
      </p:sp>
    </p:spTree>
    <p:extLst>
      <p:ext uri="{BB962C8B-B14F-4D97-AF65-F5344CB8AC3E}">
        <p14:creationId xmlns:p14="http://schemas.microsoft.com/office/powerpoint/2010/main" val="1278539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FA46-7B3F-9716-20CD-3C920735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B6E6AC-18A9-C174-103E-ADBEEF98F472}"/>
              </a:ext>
            </a:extLst>
          </p:cNvPr>
          <p:cNvSpPr txBox="1"/>
          <p:nvPr/>
        </p:nvSpPr>
        <p:spPr>
          <a:xfrm>
            <a:off x="1351175" y="1494207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normalize the 'Amount' and 'Time' features, ensuring that the model is not biased by the magnitude of transaction values.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Performed rigorous checks for missing values and duplicates to ensure high data quality.</a:t>
            </a: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Partitioning: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Executed a Stratified 80/20 Train-Test split to preserve the minority class ratio in both sets.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DE5DC-8E23-ED78-2B47-D76C59A82DCE}"/>
              </a:ext>
            </a:extLst>
          </p:cNvPr>
          <p:cNvSpPr txBox="1"/>
          <p:nvPr/>
        </p:nvSpPr>
        <p:spPr>
          <a:xfrm>
            <a:off x="1351175" y="4922254"/>
            <a:ext cx="7876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scaler = </a:t>
            </a:r>
            <a:r>
              <a:rPr lang="en-IN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['Amount'] = </a:t>
            </a:r>
            <a:r>
              <a:rPr lang="en-IN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scaler.fit_transform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['Amount'].</a:t>
            </a:r>
            <a:r>
              <a:rPr lang="en-IN" sz="20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values.reshape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(-1, 1))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59EAB-C81C-9ED0-5690-9CCFA3559049}"/>
              </a:ext>
            </a:extLst>
          </p:cNvPr>
          <p:cNvSpPr txBox="1"/>
          <p:nvPr/>
        </p:nvSpPr>
        <p:spPr>
          <a:xfrm>
            <a:off x="1352747" y="836150"/>
            <a:ext cx="6650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Preprocessing &amp;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29413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8501-6F70-E6EA-B2EE-CE0992FD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E8A3ED-5A93-25FB-14F3-2F696BEB892A}"/>
              </a:ext>
            </a:extLst>
          </p:cNvPr>
          <p:cNvSpPr txBox="1"/>
          <p:nvPr/>
        </p:nvSpPr>
        <p:spPr>
          <a:xfrm>
            <a:off x="1143786" y="169579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Strategy: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Applied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Minority Over-sampling Technique (SMOTE)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Logic: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Unlike simple oversampling (which duplicates data), SMOTE uses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approach to generate new, synthetic fraudulent instances.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This balances the class distribution, allowing the classifier to learn the specific decision boundaries of fraudulent activities without overfitting.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6C01A-304C-C875-E15A-2787CFDBA734}"/>
              </a:ext>
            </a:extLst>
          </p:cNvPr>
          <p:cNvSpPr txBox="1"/>
          <p:nvPr/>
        </p:nvSpPr>
        <p:spPr>
          <a:xfrm>
            <a:off x="1214901" y="50558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SMOTE(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=42)</a:t>
            </a:r>
          </a:p>
          <a:p>
            <a:pPr algn="just"/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X_res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y_res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sm.fit_resample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A216D-31E8-A860-97CF-7B6DFA58CB34}"/>
              </a:ext>
            </a:extLst>
          </p:cNvPr>
          <p:cNvSpPr txBox="1"/>
          <p:nvPr/>
        </p:nvSpPr>
        <p:spPr>
          <a:xfrm>
            <a:off x="1143786" y="95590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Mitigating Class Imbalance via SMOTE</a:t>
            </a:r>
          </a:p>
        </p:txBody>
      </p:sp>
    </p:spTree>
    <p:extLst>
      <p:ext uri="{BB962C8B-B14F-4D97-AF65-F5344CB8AC3E}">
        <p14:creationId xmlns:p14="http://schemas.microsoft.com/office/powerpoint/2010/main" val="2669701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3C7D-541B-91F4-0976-E21377C5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4410C1-95A1-1FB5-E0F4-8DEF258F4D80}"/>
              </a:ext>
            </a:extLst>
          </p:cNvPr>
          <p:cNvSpPr txBox="1"/>
          <p:nvPr/>
        </p:nvSpPr>
        <p:spPr>
          <a:xfrm>
            <a:off x="1179135" y="1890134"/>
            <a:ext cx="5768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Classifier: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(Extreme Gradient Boosting)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Rational: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Chosen for its superior handling of non-linear relationships, built-in L1/L2 regularization to prevent overfitting, and high computational efficiency.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Evaluation: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Designed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Autoencoder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 to explore unsupervised anomaly detection for future scalability.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A040F-3F43-413B-9397-4114C6878399}"/>
              </a:ext>
            </a:extLst>
          </p:cNvPr>
          <p:cNvSpPr txBox="1"/>
          <p:nvPr/>
        </p:nvSpPr>
        <p:spPr>
          <a:xfrm>
            <a:off x="1180708" y="1097380"/>
            <a:ext cx="4522508" cy="46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&amp; Selection</a:t>
            </a:r>
          </a:p>
        </p:txBody>
      </p:sp>
    </p:spTree>
    <p:extLst>
      <p:ext uri="{BB962C8B-B14F-4D97-AF65-F5344CB8AC3E}">
        <p14:creationId xmlns:p14="http://schemas.microsoft.com/office/powerpoint/2010/main" val="172940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8E5-3A2E-782E-AC1D-B2F6ACE4C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CB02D3-B787-4925-CD3D-19BF77485A0F}"/>
              </a:ext>
            </a:extLst>
          </p:cNvPr>
          <p:cNvSpPr txBox="1"/>
          <p:nvPr/>
        </p:nvSpPr>
        <p:spPr>
          <a:xfrm>
            <a:off x="1077798" y="1696182"/>
            <a:ext cx="50182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 Score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measures the model’s ability to distinguish between legitimate and fraudulent classes.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Monitored to minimize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(Missed Frauds) which are the most costly errors in banking.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KPIs: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Targeted a Recall score high enough to catch frauds while maintaining a Precision level that prevents customer friction (False Positives).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D8C65-BB66-F716-ED84-542D8412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671" y="1547800"/>
            <a:ext cx="4282743" cy="3159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41846C-A59A-3ADA-2E69-D871BD439458}"/>
              </a:ext>
            </a:extLst>
          </p:cNvPr>
          <p:cNvSpPr txBox="1"/>
          <p:nvPr/>
        </p:nvSpPr>
        <p:spPr>
          <a:xfrm>
            <a:off x="1079370" y="399795"/>
            <a:ext cx="4501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40160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C367-9550-3243-09A1-CDEE36FF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F3CC40-B19C-EB9E-5A63-39D32E6C23A2}"/>
              </a:ext>
            </a:extLst>
          </p:cNvPr>
          <p:cNvSpPr txBox="1"/>
          <p:nvPr/>
        </p:nvSpPr>
        <p:spPr>
          <a:xfrm>
            <a:off x="1104506" y="1916072"/>
            <a:ext cx="54346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modular inference function to simulate a live production environment.</a:t>
            </a:r>
          </a:p>
          <a:p>
            <a:pPr algn="just"/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transaction data undergoes the same scaling transformation as the training set before being passed to the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for immediate classification.</a:t>
            </a:r>
          </a:p>
          <a:p>
            <a:pPr algn="just"/>
            <a:endParaRPr lang="en-US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Thresholding: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Probability scores are used to trigger high-priority alerts for suspected fraudulent activity.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CE638-1725-8285-4F91-8C895AB8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359" y="2468606"/>
            <a:ext cx="3821585" cy="4631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0D3F70-6606-00DB-3FB8-209CB97915B9}"/>
              </a:ext>
            </a:extLst>
          </p:cNvPr>
          <p:cNvSpPr txBox="1"/>
          <p:nvPr/>
        </p:nvSpPr>
        <p:spPr>
          <a:xfrm>
            <a:off x="1106078" y="653102"/>
            <a:ext cx="5433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Inference Simulation</a:t>
            </a:r>
          </a:p>
        </p:txBody>
      </p:sp>
    </p:spTree>
    <p:extLst>
      <p:ext uri="{BB962C8B-B14F-4D97-AF65-F5344CB8AC3E}">
        <p14:creationId xmlns:p14="http://schemas.microsoft.com/office/powerpoint/2010/main" val="1222758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6CFA-80C1-FF85-85AD-D18C6990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AF274-1EE2-9155-B2DE-7524C7EBA0E2}"/>
              </a:ext>
            </a:extLst>
          </p:cNvPr>
          <p:cNvSpPr txBox="1"/>
          <p:nvPr/>
        </p:nvSpPr>
        <p:spPr>
          <a:xfrm>
            <a:off x="1199561" y="2094982"/>
            <a:ext cx="4896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combination of SMOTE and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robust solution for imbalanced financial datasets, achieving a ROC-AUC score of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0.95+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F24F1-C68C-1C65-2993-958CB8131EBD}"/>
              </a:ext>
            </a:extLst>
          </p:cNvPr>
          <p:cNvSpPr txBox="1"/>
          <p:nvPr/>
        </p:nvSpPr>
        <p:spPr>
          <a:xfrm>
            <a:off x="1199561" y="541197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7E99C-BA1A-7DA8-3738-874663A1174F}"/>
              </a:ext>
            </a:extLst>
          </p:cNvPr>
          <p:cNvSpPr txBox="1"/>
          <p:nvPr/>
        </p:nvSpPr>
        <p:spPr>
          <a:xfrm>
            <a:off x="6096000" y="3295311"/>
            <a:ext cx="48964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  <a:endParaRPr lang="en-US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Flask/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wrapper for cloud deployment.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(LSTMs)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detect fraud sequences over a period of time.</a:t>
            </a:r>
          </a:p>
        </p:txBody>
      </p:sp>
    </p:spTree>
    <p:extLst>
      <p:ext uri="{BB962C8B-B14F-4D97-AF65-F5344CB8AC3E}">
        <p14:creationId xmlns:p14="http://schemas.microsoft.com/office/powerpoint/2010/main" val="403427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D266D2-1FA7-9378-E7F3-3DD86EEC5C33}"/>
              </a:ext>
            </a:extLst>
          </p:cNvPr>
          <p:cNvSpPr txBox="1"/>
          <p:nvPr/>
        </p:nvSpPr>
        <p:spPr>
          <a:xfrm>
            <a:off x="4555957" y="3105834"/>
            <a:ext cx="308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8699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596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 Pansuriya</dc:creator>
  <cp:lastModifiedBy>Preet Pansuriya</cp:lastModifiedBy>
  <cp:revision>1</cp:revision>
  <dcterms:created xsi:type="dcterms:W3CDTF">2026-03-07T16:27:09Z</dcterms:created>
  <dcterms:modified xsi:type="dcterms:W3CDTF">2026-03-08T11:03:39Z</dcterms:modified>
</cp:coreProperties>
</file>